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300"/>
            </a:pPr>
            <a:r>
              <a:t>Theme ID - Theme 2</a:t>
            </a:r>
            <a:endParaRPr/>
          </a:p>
          <a:p>
            <a:pPr>
              <a:defRPr sz="1300"/>
            </a:pPr>
            <a:r>
              <a:t>Team Name - CodeSparks</a:t>
            </a:r>
          </a:p>
          <a:p>
            <a:pPr>
              <a:defRPr sz="1300"/>
            </a:pPr>
            <a:r>
              <a:t>College Name - SRM Institute of Science and Technology</a:t>
            </a:r>
          </a:p>
          <a:p>
            <a:pPr>
              <a:defRPr sz="1300"/>
            </a:pPr>
            <a:r>
              <a:t>Member Name &amp; Email 1 - B. Parkavi</a:t>
            </a:r>
          </a:p>
          <a:p>
            <a:pPr>
              <a:defRPr sz="1300"/>
            </a:pPr>
            <a:r>
              <a:t>Member Name &amp; Email 2 - Aishwarya S Prakash</a:t>
            </a:r>
          </a:p>
          <a:p>
            <a:pPr>
              <a:defRPr sz="1300"/>
            </a:pPr>
            <a:r>
              <a:t>Member Name &amp; Email 3 - N/A</a:t>
            </a:r>
          </a:p>
          <a:p>
            <a:pPr>
              <a:defRPr sz="1300"/>
            </a:pPr>
            <a:r>
              <a:t>Member Name &amp; Email 4 - N/A</a:t>
            </a:r>
          </a:p>
          <a:p>
            <a:pPr>
              <a:defRPr sz="1300"/>
            </a:pPr>
            <a:r>
              <a:t>Submission Github link - github.com/parkavi-balakrishnan/Fixflow</a:t>
            </a: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THE PROBLEM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Users often describe device problems in natural language: “screen flickers”, “display is tiny”, “phone is black but still active”.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CURRENT GAP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Support content is fragmented across troubleshooting articles and catalog links.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Keyword-only retrieval can select a technically similar but irrelevant procedure.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Repeated searches for similar symptoms add latency and unnecessary processing.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FIXFLOW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A smart guided troubleshooting engine that maps a user's symptom to the most relevant Samsung troubleshooting scenario and returns concise, actionable steps with a valid device/action deeplink.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Existing approaches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Static FAQ / support articles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Keyword and metadata search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Scripted troubleshooting flows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Generic search + manual navigation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Gaps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Weak understanding of paraphrased symptoms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Device/model context can be lost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Similar-looking scenarios can be confused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Valid catalog links can still point to the wrong action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Repeated queries do not benefit from intelligent caching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700">
                <a:latin typeface="Aptos"/>
              </a:defRPr>
            </a:pPr>
            <a:r>
              <a:rPr sz="1300">
                <a:latin typeface="Aptos"/>
              </a:rPr>
              <a:t>FIXFLOW ARCHITECTURE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User Query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↓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Symptom + Device Context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↓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Hybrid Retrieval (Semantic + BM25 + Rerank)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↓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L1/L2 Compatibility-aware Cache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↓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Structured Actions + Steps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↓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Deeplink Matching + Validation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↓</a:t>
            </a:r>
          </a:p>
          <a:p>
            <a:pPr>
              <a:spcAft>
                <a:spcPts val="200"/>
              </a:spcAft>
            </a:pPr>
            <a:r>
              <a:rPr sz="1300">
                <a:latin typeface="Aptos"/>
              </a:rPr>
              <a:t>Guided Troubleshooting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DEMO FLOW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1. User enters a device problem in natural language.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2. FixFlow identifies the main symptom and available device/model context.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3. L1 exact cache is checked first; L2 semantic cache handles compatible paraphrases.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4. On a miss, SIIS retrieval combines semantic and lexical evidence and reranks candidates.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5. The selected scenario is converted into a structured goal, actions and steps.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6. A matching catalog deeplink is attached and the final response is validated.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Example: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“Galaxy A17 display shows distorted graphics”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→ display-distortion scenario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→ guided diagnostic steps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→ relevant Samsung action deeplink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TECH STACK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Backend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Python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FastAPI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SIIS knowledge data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Scikit-learn TF-IDF / cosine similarity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BM25 / hybrid retrieval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Intelligence Layer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Query &amp; symptom extraction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Device / model compatibility checks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Semantic L1/L2 caching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Scenario-aware reranking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Deeplink matching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Quality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Pytest regression suite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Benchmark runner</a:t>
            </a:r>
          </a:p>
          <a:p>
            <a:pPr>
              <a:spcAft>
                <a:spcPts val="300"/>
              </a:spcAft>
              <a:defRPr sz="1700">
                <a:latin typeface="Aptos"/>
              </a:defRPr>
            </a:pPr>
            <a:r>
              <a:rPr sz="1350"/>
              <a:t>• Schema and URL-leak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IMPACT &amp; USE CASE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For users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Faster path from symptom → actionable fix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Less searching through long support pages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Device/model-aware guidance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Direct access to the relevant action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For Samsung support experiences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Reuses structured SIIS knowledge effectively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Reduces repeated retrieval work through semantic caching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Keeps responses schema-safe and catalog-grounded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Core use case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Natural-language device troubleshooting across display, interaction, connectivity and other supported SIIS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INNOVATION &amp; RESULTS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Innovation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L1 exact + L2 semantic cache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Compatibility gates prevent unsafe semantic matches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Scenario metadata improves paraphrase recall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Hybrid semantic + BM25 retrieval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Catalog-aware deeplink matching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Structured response validation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Current benchmark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Cache hit rate: 86.7%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P50 latency: 1.73 ms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P95 latency: 5.18 ms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Coverage: 100%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Schema validity: 100%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URL leakage: 0%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Limitation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Source SIIS title/procedure inconsistencies can still limit semantic correctness; the system avoids inventing unsupported troubleshooting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WHAT'S NEXT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Connect the backend to the FixFlow web interface.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Expand scenario-aware symptom and device feature coverage.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Improve source-quality/coherence diagnostics without sacrificing cache recall.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Add richer observability for cache hits, misses and rejection reasons.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Extend evaluation with semantic relevance and end-to-end user-task metrics.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• Prepare the engine for larger SIIS knowledge sets and production-scale retrieval.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WHY FIXFLOW IS DIFFERENT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1. CACHE SMARTLY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Compatible semantic paraphrases can reuse prior work instead of repeating retrieval.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2. RETRIEVE WITH CONTEXT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Similarity is combined with device, model and symptom compatibility.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3. GROUND THE ACTION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Responses are derived from supplied SIIS knowledge and matched to catalog deeplinks.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4. VALIDATE BEFORE RETURNING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Schema, coverage and URL-leak checks protect the response contract.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RESULT</a:t>
            </a:r>
          </a:p>
          <a:p>
            <a:pPr>
              <a:spcAft>
                <a:spcPts val="600"/>
              </a:spcAft>
              <a:defRPr sz="1700">
                <a:latin typeface="Aptos"/>
              </a:defRPr>
            </a:pPr>
            <a:r>
              <a:rPr sz="1500"/>
              <a:t>A lightweight, fast troubleshooting layer designed around Samsung's structured support knowledge—not a generic chatbot.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sz="1800"/>
              <a:t>Working prototype code — public or shared GitHub repo (Yes)</a:t>
            </a:r>
            <a:br/>
            <a:r>
              <a:rPr sz="1800"/>
              <a:t>README with reproducible setup instructions (Yes)</a:t>
            </a:r>
            <a:br/>
            <a:r>
              <a:rPr sz="1800"/>
              <a:t>Demo video, max 5 minutes (To be added)</a:t>
            </a:r>
            <a:br/>
            <a:r>
              <a:rPr sz="1800"/>
              <a:t>Presentation file (PPT or PDF) (Yes)</a:t>
            </a:r>
            <a:br/>
            <a:br/>
            <a:r>
              <a:rPr sz="1800"/>
              <a:t>GitHub: github.com/parkavi-balakrishnan/Fixflow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